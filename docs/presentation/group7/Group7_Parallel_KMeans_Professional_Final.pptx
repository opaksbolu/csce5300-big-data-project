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Group 7, the research topic, and the goal of evaluating parallel clustering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clustering matters in big data analytics and why execution time becomes important as datasets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the approved paper and distinguish its proposed method from the implementation developed for this course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iterative K-Means procedure. Explain that lower SSE means observations are closer to their assigned centers, but comparisons must use the same dataset and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partition-level initialization and subsequent global refinement. Avoid claiming that this pipeline is identical to every step of the published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implemented software components and how Spark is used. Clarify that the tested local configurations run on one physical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controlled variables and the repeated experimental design. local[1], local[2], and local[4] represent local execution parallelism, not three separate cluster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runtime figure and the reduction in measured execution time as local parallelism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speedup calculation and why overhead, coordination, and hardware constraints can prevent perfect linear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SSE and why the consistency across worker settings matters. Do not infer that the larger dataset has inherently worse clustering solely from its larger total 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baseline figure against the final report before presenting. Do not make numerical baseline claims that have not been verified from the original baseline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 careful qualitative comparison with the paper. Check the report's paper-comparison section before adding any quantitative claims about published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a short, rehearsed demonstration. Confirm the exact command and expected output before presentation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findings without claiming that local-mode experiments prove general distributed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submission, replace the abbreviated paper reference with the complete verified IEEE citation and add any references needed for slide-specific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Parallel 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Apache Spark implementation &amp; performance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01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0881360" cy="2423160"/>
          </a:xfrm>
          <a:prstGeom prst="roundRect">
            <a:avLst>
              <a:gd name="adj" fmla="val 14000"/>
            </a:avLst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98755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 research-inspired approach to faster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383280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D1E8EA"/>
                </a:solidFill>
                <a:latin typeface="Aptos"/>
              </a:defRPr>
            </a:pPr>
            <a:r>
              <a:t>Partition-level K-Means  →  candidate-center aggregation  →  distributed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Chidiebere Abonyi   •   Anaelle Manzi   •   Dinh Nguyen   •   Abdul-Azeem Opakunle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Why parallelize K-Means?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Repeated nearest-center calculations become costly as data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3520440" cy="3154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221991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221991"/>
            <a:ext cx="29535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98648"/>
            <a:ext cx="2935224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Traditional K-Means iterates through assignment and center updates on the full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965960"/>
            <a:ext cx="3520440" cy="3154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221991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221991"/>
            <a:ext cx="29535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98648"/>
            <a:ext cx="2935224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Partition-level computation can use multiple local worker threads to process data in parallel.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965960"/>
            <a:ext cx="3520440" cy="3154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2" y="2221991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221991"/>
            <a:ext cx="29535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898648"/>
            <a:ext cx="2935224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Can execution time decrease without changing the measured clustering quality?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Research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Inspired by Liu et al. (2024), IEEE ICPECA, document 10470970.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166360" cy="3474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213055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130552"/>
            <a:ext cx="45994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Paper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807208"/>
            <a:ext cx="4581144" cy="2450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5364A"/>
                </a:solidFill>
                <a:latin typeface="Aptos"/>
              </a:defRPr>
            </a:pPr>
            <a:r>
              <a:t>Partition-based local clustering, combined candidate centers, and iterative global refinement.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74519"/>
            <a:ext cx="5166360" cy="3474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213055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30552"/>
            <a:ext cx="459943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Our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07208"/>
            <a:ext cx="4581144" cy="2450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5364A"/>
                </a:solidFill>
                <a:latin typeface="Aptos"/>
              </a:defRPr>
            </a:pPr>
            <a:r>
              <a:t>A custom Python / PySpark implementation with controlled experiments and a traditional K-Means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4184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87E8B"/>
                </a:solidFill>
                <a:latin typeface="Aptos"/>
              </a:defRPr>
            </a:pPr>
            <a:r>
              <a:t>Research-inspired adaptation — not a line-by-line replication or a reproduction of the paper’s multi-node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ALGORITHM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Traditional K-Means in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03911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01  Initialize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15768"/>
            <a:ext cx="4645152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Choose K starting centers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783080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91655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03911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02  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715768"/>
            <a:ext cx="4645152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Find nearest center for each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" y="400507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00507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03 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681727"/>
            <a:ext cx="4645152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Recalculate cluster means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749039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1655" y="400507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4005072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04  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681727"/>
            <a:ext cx="4645152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Stop when convergence is reached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9618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87E8B"/>
                </a:solidFill>
                <a:latin typeface="Aptos"/>
              </a:defRPr>
            </a:pPr>
            <a:r>
              <a:t>Objective: minimize within-cluster sum of squared errors (SSE).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Parallel K-Means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A visual summary of the nine-step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2024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2140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5117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Dataset + RDD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50545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2140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PARTITION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55117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4 Spark partitions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0545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12140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55117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K-Means in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1330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6285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Candidate centers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51713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93192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41330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56285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5 restarts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51713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93192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41330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56285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Distributed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126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Final output: global cluster centers, SSE, convergence status, and cluster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Implementation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57800" cy="34930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039112"/>
            <a:ext cx="46908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Local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15768"/>
            <a:ext cx="4672584" cy="2468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mapPartitionsWithIndex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Custom K-Means++ initialization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Candidate-center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257800" cy="34930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73368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39112"/>
            <a:ext cx="46908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Global computation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715768"/>
            <a:ext cx="4672584" cy="2468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Broadcast current centers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reduceByKey cluster statistics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Iterate until SSE-change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669280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87E8B"/>
                </a:solidFill>
                <a:latin typeface="Aptos"/>
              </a:defRPr>
            </a:pPr>
            <a:r>
              <a:t>Custom implementation — not a call to Spark MLlib’s K-Means estimator.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Controlled experimental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Synthetic Gaussian clusters; fixed parameters across worker configurations.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84248"/>
            <a:ext cx="31912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31912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10k / 50k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847088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984248"/>
            <a:ext cx="31912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04288"/>
            <a:ext cx="31912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847088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1984248"/>
            <a:ext cx="31912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304288"/>
            <a:ext cx="31912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3291840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429000"/>
            <a:ext cx="31912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PARTITIONS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749039"/>
            <a:ext cx="31912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7136" y="3291840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429000"/>
            <a:ext cx="31912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3749039"/>
            <a:ext cx="31912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 / 2 /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7616" y="3291840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3429000"/>
            <a:ext cx="319125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MEASURED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3749039"/>
            <a:ext cx="319125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5364A"/>
                </a:solidFill>
                <a:latin typeface="Aptos"/>
              </a:defRPr>
            </a:pPr>
            <a:r>
              <a:t>3 repetitions per configuration  •  seeds 42, 43, 44  •  1 unmeasured warm-up per Spark-master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All tests ran on one Apple M2 MacBook Air (8 GB) in Spark local mode.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Execution time falls with more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Mean clustering runtime across three measured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585" y="1920240"/>
            <a:ext cx="6275493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10k: 8.033s → 4.090s    |    50k: 116.765s → 39.918s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Measured speedup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Speedup is measured relative to local[1].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323" y="1920240"/>
            <a:ext cx="5886017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local[4] achieves 1.964× at 10k and 2.925× at 50k.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Clustering quality is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Mean SSE is unchanged across local worker settings at each dataset size.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91" y="1920240"/>
            <a:ext cx="8643281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10k: 200,921.733 SSE    |    50k: 1,000,547.881 SSE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Traditional baseline: initialization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Single versus multiple initializations on the same 10k-record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11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584" y="1920240"/>
            <a:ext cx="6335495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One seed produced higher SSE with a single initialization; multiple starts improved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RESEARCH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Paper versus our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Same high-level workflow, different experimental scope and design choices.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847088"/>
            <a:ext cx="2286000" cy="594360"/>
          </a:xfrm>
          <a:prstGeom prst="rect">
            <a:avLst/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47088"/>
            <a:ext cx="4096512" cy="594360"/>
          </a:xfrm>
          <a:prstGeom prst="rect">
            <a:avLst/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1" y="1993392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Original research [1]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47088"/>
            <a:ext cx="4297680" cy="594360"/>
          </a:xfrm>
          <a:prstGeom prst="rect">
            <a:avLst/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993392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Our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2468880"/>
            <a:ext cx="2286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578608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468880"/>
            <a:ext cx="409651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2578608"/>
            <a:ext cx="39136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Distributed computing environment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468880"/>
            <a:ext cx="42976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2578608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Single-machine Spark local 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3191256"/>
            <a:ext cx="228600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300984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191256"/>
            <a:ext cx="4096512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27248" y="3300984"/>
            <a:ext cx="39136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KDD Cup 99 and large synthetic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3191256"/>
            <a:ext cx="429768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2048" y="330098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10k / 50k synthetic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" y="3913632"/>
            <a:ext cx="2286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4023360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Initialization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3913632"/>
            <a:ext cx="409651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27248" y="4023360"/>
            <a:ext cx="39136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Partition-level initialization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913632"/>
            <a:ext cx="42976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4023360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Local K-Means++ and 5 aggregation restarts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" y="4636008"/>
            <a:ext cx="228600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4745736"/>
            <a:ext cx="21031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Global update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4636008"/>
            <a:ext cx="4096512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27248" y="4745736"/>
            <a:ext cx="39136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Parallel assignment and aggregation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4636008"/>
            <a:ext cx="429768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2048" y="4745736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Broadcast + reduceByKey + SSE convergence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87E8B"/>
                </a:solidFill>
                <a:latin typeface="Aptos"/>
              </a:defRPr>
            </a:pPr>
            <a:r>
              <a:t>Raw runtime and SSE are not directly comparable across these two studies.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Live demo: show the algorithm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Small input, clear output, predictable execution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47088"/>
            <a:ext cx="3447288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1  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9776"/>
            <a:ext cx="2862072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Show how records are divided into Spark partitions.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47088"/>
            <a:ext cx="3447288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103120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2 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79776"/>
            <a:ext cx="2862072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Run a short Parallel K-Means demonstration.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447288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2880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3  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79776"/>
            <a:ext cx="2862072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Explain centers, convergence, and SSE.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321808"/>
            <a:ext cx="10241280" cy="585216"/>
          </a:xfrm>
          <a:prstGeom prst="roundRect">
            <a:avLst>
              <a:gd name="adj" fmla="val 14000"/>
            </a:avLst>
          </a:prstGeom>
          <a:solidFill>
            <a:srgbClr val="DF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45896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Demo scripts: scripts/demo_partitioning.py   •   scripts/demo_parallel_kmeans.py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What the experiments demonstrate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14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38528"/>
            <a:ext cx="3291840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75688"/>
            <a:ext cx="2944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BEST OBSERVED SPEEDUP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9572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2.925×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938528"/>
            <a:ext cx="3291840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75688"/>
            <a:ext cx="2944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RUNTIME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9572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65.81%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938528"/>
            <a:ext cx="3291840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075688"/>
            <a:ext cx="2944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SUCCESSFUL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95728"/>
            <a:ext cx="29443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18 /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47872"/>
            <a:ext cx="5138928" cy="19019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" y="3803904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3803904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480560"/>
            <a:ext cx="455371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More local workers reduced runtime on both tested dataset sizes.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547872"/>
            <a:ext cx="5138928" cy="19019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5936" y="3803904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803904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480560"/>
            <a:ext cx="455371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These findings do not establish multi-node or real-world scalability.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CLOSING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Parallel K-Means clustering using Apache Spark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15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92224"/>
            <a:ext cx="10817352" cy="1005840"/>
          </a:xfrm>
          <a:prstGeom prst="roundRect">
            <a:avLst>
              <a:gd name="adj" fmla="val 14000"/>
            </a:avLst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2.925× faster at 50,000 records — with consistent mean SSE across local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[1] H. Liu et al., “Big data clustering method based on parallel K-means,” IEEE ICPECA,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7588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[2] S. P. Lloyd, “Least squares quantization in PCM,” IEEE Trans. Inf. Theory, 1982.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9709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[3] D. Arthur and S. Vassilvitskii, “k-means++,” SODA, 2007.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71830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[4] B. Bahmani et al., “Scalable K-Means++,” PVLDB, 2012.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23951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[5] Apache Software Foundation, “RDD Programming Guide,” Spark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